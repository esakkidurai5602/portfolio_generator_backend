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5669280"/>
          </a:xfrm>
          <a:prstGeom prst="roundRect">
            <a:avLst/>
          </a:prstGeom>
          <a:solidFill>
            <a:srgbClr val="0B132B"/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VIVA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MERN Stack Portfolio Generator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Dynamic, Analytics-Driven Portfolio Builder with PDF Export &amp; Social Interaction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4572000" cy="2743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0233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By: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Esakki Durai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MERN Stack Developer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0233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Technologies: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| Express.js | React.js | Node.js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 | Multer Uploads | jsPDF &amp; Canvas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286000" cy="3657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3035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Challenges Faced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Hardcoded Portfolios: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static portfolios require direct HTML/CSS modifications to update projects or details.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Design Barriers: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developers and professionals lack design skills, producing portfolios that look unappealing.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Hosting/Deploy Knowledge: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of multiple files and servers poses a barrier for beginners.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Missing Visitor Insight: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static portfolios do not track who views or downloads resumes.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Simple Builder Interface: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 users to fill in simple forms and dynamically generate their resume website instantly.
</a:t>
            </a:r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Modern Responsive Layouts: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instant template switching (Minimal, Developer, Creative, Professional).
</a:t>
            </a:r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Visitor Metrics: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tracker scripts to log views, downloads, likes, and comment logs.
</a:t>
            </a:r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One-Click PDF Export: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the styled portfolio as a high-fidelity PDF without styling losses.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Solution: Dynamic Portfolio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286000" cy="3657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4747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Dynamic Dashboard Editor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editing of Education, Work Experience, Projects list, and Skill chips.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profile picture upload integrated with Node Multer middleware.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Publish toggle switch controls: choose when to show the portfolio publicly in the explore feed.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747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Rich Theme Templates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Select from 4 highly tailored CSS layouts representing distinct visual styles.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Single-page seamless dynamic rendering of components based on chosen ID.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Mobile-first designs, ensuring perfect readability on smartphones and desktop monitors.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4747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Social &amp; Analytics Feed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Explore tab displaying a community of generated portfolios.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feedback loop with Likes counter and nesting Comment section (with Comment Replies).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Dashboard charts displaying visits counts and PDF downloads over time.
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Tech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286000" cy="3657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411480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749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FRONTEND: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React.js (Vite), React Router Dom (v7), Custom CSS (highly flex, theme layouts), Axios API, jsPDF, html2canvas.
</a:t>
            </a:r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BACKEND: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&amp; Express.js (REST API server, modular MVC routes, custom middleware stack).
</a:t>
            </a:r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Atlas (NoSQL Document database, Mongoose ODM schemas, fast search index).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0" y="1463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20640" y="1920240"/>
            <a:ext cx="2011680" cy="91440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SPA 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(jsPDF / Canvas / Axios)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0" y="2240280"/>
            <a:ext cx="731520" cy="274320"/>
          </a:xfrm>
          <a:prstGeom prst="leftRightArrow">
            <a:avLst/>
          </a:prstGeom>
          <a:solidFill>
            <a:srgbClr val="48CAE4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1920240"/>
            <a:ext cx="3200400" cy="91440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011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REST Router &amp; Middleware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(Auth Check, Joi Validate, Multer Uploads)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464040" y="3017520"/>
            <a:ext cx="274320" cy="731520"/>
          </a:xfrm>
          <a:prstGeom prst="downArrow">
            <a:avLst/>
          </a:prstGeom>
          <a:solidFill>
            <a:srgbClr val="48CAE4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3931920"/>
            <a:ext cx="3200400" cy="1371600"/>
          </a:xfrm>
          <a:prstGeom prst="can">
            <a:avLst/>
          </a:prstGeom>
          <a:solidFill>
            <a:srgbClr val="1C2541"/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4389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Atlas Cloud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(Users, Portfolios, Analytics logs)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3474720"/>
            <a:ext cx="274320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Framework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40233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JWT validation on routes.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Password hashing (bcryptjs).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Strict Input verification (Joi).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Sanitized uploads naming.
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 &amp; Mongoose Models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286000" cy="3657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4747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User Schema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 login details and credentials: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username: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(Unique, Required)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email: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(Unique, Required)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password: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(Hashed, Bcrypt)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role: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('user', 'admin')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timestamps: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Mongoose Date fields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411480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Portfolio Schema (Core Document)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749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userId: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 -&gt; User (1:1 Relation)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Personal Info: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fullName, title, profileImage (Url), about, socialLinks {github, linkedin, instagram}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Arrays: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[String], education [college, degree, year], projects [title, description, github, liveLink], experience [company, role, years]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Publication: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isPublished (Boolean)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Likes: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likes [Ref -&gt; User]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Nested Comments: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comments [userId, userName, text, replies [userId, userName, text]]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0" y="1463040"/>
            <a:ext cx="283464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Supporting Models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0" y="2011680"/>
            <a:ext cx="24688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Contact Schema: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visitors leaving messages:
- name
- email
- message
- portfolioId (Ref)
- createdAt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Metrics Counters: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Maintained directly in the Portfolio model for optimal query speeds: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viewCount (Number)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downloadCount (Number)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likes (Array)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API 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286000" cy="3657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3035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Routes &amp; Functionality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/auth: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/register (creates account), POST /login (verifies credentials and returns signed JWT token).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/portfolio: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(create, authenticated), PUT (update), DELETE (remove), PATCH /publish (toggle online status).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/portfolio/upload: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Handles profile file uploads. Uses Multer to save disk storage and exports clean URL path.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Social Routes: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/:id/like (toggles user ID in array), POST /:id/comment, POST /:id/comment/:cid/reply (nested comments updates).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Security &amp; Middleware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Auth Middleware: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Extracts Bearer Token from Request headers, decodes JWT using Secret Key. Attaches decoded userId to request object. Prevents unauthorized updates.
</a:t>
            </a:r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Role-Based Access Controls (RBAC):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 middleware filters endpoints. Only 'admin' role has access to general analytics statistics routes or direct portfolio deletes.
</a:t>
            </a:r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Global Error Middleware: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Catches system exceptions, returns standardized JSON responses ({ success: false, message }) preventing stack trace leaks.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Architecture &amp; State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286000" cy="3657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3035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Client Routing &amp; Guards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React Router DOM (v7):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Manages routing tree. Routes mapped: '/' (Home), '/login', '/register', '/explore', '/dashboard', and '/portfolio/:identifier'.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Protected Routes: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Higher-order React wrapper components check token status in Context. Unauthenticated dashboard access redirects instantly to login.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Viewer Layouts: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Allows guest access to '/portfolio/:identifier' and '/explore'. Checks if the portfolio is published before serving database contents.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Contexts &amp; State Management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AuthContext: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Maintains global login state, token persistence (LocalStorage), and user data. Provides login/logout triggers down the React component tree.
</a:t>
            </a:r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ThemeContext: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Handles dark/light toggle modes globally, saving selection and setting HTML wrapper attributes for styling changes.
</a:t>
            </a:r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API Axios Instance: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axios instance attaches Bearer Token headers automatically on outgoing requests, handling expired token logouts.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Portfolio Templates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286000" cy="3657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246888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Minimal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1031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&amp; Simple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Focuses purely on details with standard sans-serif layout, white background, high contrast, and structured linear alignment. Perfect for traditional resumes.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46888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Professional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011680"/>
            <a:ext cx="21031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Aesthetic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layout using deep navy/blue header accents, two-column formats, timeline boxes for education and work experiences, and official icons.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46888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Creative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1031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Artistic/Modern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fluid neon colors, gradients, rounded circular badges for skills, animated button hovers, and central profile headers. Great for designer and media roles.
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1463040"/>
            <a:ext cx="246888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Developer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0" y="2011680"/>
            <a:ext cx="21031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Terminal/Tech Theme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Styled to match dark IDE themes. Features green monospaced texts, code-block style projects listings, and syntax highlighted dividers.
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Export Mechanism (Client-Side)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286000" cy="3657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3035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PDF Export 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Target Selection: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Selects DOM node elements wrapper containing the portfolio page layout using React `useRef` hooks.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DOM to Canvas: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Invokes `html2canvas` library, which crawls elements, styles, absolute images, fonts, and renders a high-res image onto a canvas buffer.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Image to jsPDF Document: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Converts Canvas buffer data to base64 JPEG and feeds it to `jsPDF` instance. Calibrates sizing ratios and appends pages dynamically.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Trigger Analytics: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Sends POST request to api '/analytics/download/:id' to increment download metrics counter, then downloads resume.pdf on client.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Implementation Challenges Solved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Cross-Origin Images (CORS):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Solved by enabling `useCORS: true` parameter in html2canvas config, ensuring user profile images fetched from backend host render correctly.
</a:t>
            </a:r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DPI Quality Scales: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a custom scale factor of 2 inside canvas configuration, yielding clear text and high contrast elements for printing.
</a:t>
            </a:r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Multi-page Overflow Calculations: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Programmatically checked content height relative to A4 page dimensions to automatically split layouts, avoiding text cuts at page breaks.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Metrics, Analytics &amp; Admin Controls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286000" cy="3657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3035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Metrics Tracking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Unique Visit Logs: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public profiles are requested in router, visitor events increment portfolio document viewCount. Includes session checks to avoid duplicate count on page refresh.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Dashboard: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Provides visual chart graphs displaying total visits and total PDF exports/downloads, giving resume owners actionable feedback.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Likes &amp; Comments Feed: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Helps professionals get peer suggestions directly, with email notifications or flags in dashboard.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Management Center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Site-wide Statistics: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specialized dashboard for administrators displaying active user accounts, total generated portfolios, overall metrics counters, and server memory logs.
</a:t>
            </a:r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Content Moderation API: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Gives administrators capability to hide or permanently delete offensive/spam portfolios directly from database models via route middleware filters.
</a:t>
            </a:r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Role Authorization Guard: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Verifies if the signed JWT contains role === 'admin' before serving dashboard stats, blocking standard users.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Future Enhancements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286000" cy="36576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3035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Accomplishments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SPA App: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Successfully built a complete MERN web application with robust state and routing guards.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&amp; Extensible: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can create, edit, style, and monitor their digital identity. Visitor feedback mechanisms built natively.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Canvas to PDF: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Provided flawless local resume downloading using canvas mapping.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Clean Code MVC Pattern: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Adhered to best coding practices: separation of routes, schemas, models, and middleware layers.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 Resume Builder Integration: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Incorporate LLM API endpoints to auto-optimize descriptions, suggest key skill tags, or generate portfolio summaries.
</a:t>
            </a:r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Sync with Github / LinkedIn: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webhook API scripts to fetch public repository data and populate projects arrays with a single link.
</a:t>
            </a:r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Subdomains: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 users to map custom domains (e.g. name.com) or custom URLs like 'username.portfoliogenerator.com'.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MERN Stack Portfolio Generator Viva Presentation</dc:title>
  <dc:subject>PptxGenJS Presentation</dc:subject>
  <dc:creator>PptxGenJS</dc:creator>
  <cp:lastModifiedBy>PptxGenJS</cp:lastModifiedBy>
  <cp:revision>1</cp:revision>
  <dcterms:created xsi:type="dcterms:W3CDTF">2026-07-02T07:20:15Z</dcterms:created>
  <dcterms:modified xsi:type="dcterms:W3CDTF">2026-07-02T07:20:15Z</dcterms:modified>
</cp:coreProperties>
</file>